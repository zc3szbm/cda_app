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328" r:id="rId3"/>
    <p:sldId id="33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F0B238-38B6-4387-A51F-FBF590BB2628}" v="1" dt="2026-06-20T11:04:29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adeswara Rao Nedunuri" userId="c44b8e3b-e96d-4478-a68f-a5073ccc8d4d" providerId="ADAL" clId="{F1B8FE7A-77BA-4154-9031-0CC08AEAE5EE}"/>
    <pc:docChg chg="addSld delSld modSld">
      <pc:chgData name="Jagadeswara Rao Nedunuri" userId="c44b8e3b-e96d-4478-a68f-a5073ccc8d4d" providerId="ADAL" clId="{F1B8FE7A-77BA-4154-9031-0CC08AEAE5EE}" dt="2026-06-20T11:04:29.316" v="3"/>
      <pc:docMkLst>
        <pc:docMk/>
      </pc:docMkLst>
      <pc:sldChg chg="del">
        <pc:chgData name="Jagadeswara Rao Nedunuri" userId="c44b8e3b-e96d-4478-a68f-a5073ccc8d4d" providerId="ADAL" clId="{F1B8FE7A-77BA-4154-9031-0CC08AEAE5EE}" dt="2026-06-20T11:04:10.512" v="0" actId="47"/>
        <pc:sldMkLst>
          <pc:docMk/>
          <pc:sldMk cId="1743309282" sldId="257"/>
        </pc:sldMkLst>
      </pc:sldChg>
      <pc:sldChg chg="del">
        <pc:chgData name="Jagadeswara Rao Nedunuri" userId="c44b8e3b-e96d-4478-a68f-a5073ccc8d4d" providerId="ADAL" clId="{F1B8FE7A-77BA-4154-9031-0CC08AEAE5EE}" dt="2026-06-20T11:04:12.081" v="1" actId="47"/>
        <pc:sldMkLst>
          <pc:docMk/>
          <pc:sldMk cId="2703540950" sldId="264"/>
        </pc:sldMkLst>
      </pc:sldChg>
      <pc:sldChg chg="del">
        <pc:chgData name="Jagadeswara Rao Nedunuri" userId="c44b8e3b-e96d-4478-a68f-a5073ccc8d4d" providerId="ADAL" clId="{F1B8FE7A-77BA-4154-9031-0CC08AEAE5EE}" dt="2026-06-20T11:04:14.750" v="2" actId="47"/>
        <pc:sldMkLst>
          <pc:docMk/>
          <pc:sldMk cId="866339932" sldId="327"/>
        </pc:sldMkLst>
      </pc:sldChg>
      <pc:sldChg chg="add">
        <pc:chgData name="Jagadeswara Rao Nedunuri" userId="c44b8e3b-e96d-4478-a68f-a5073ccc8d4d" providerId="ADAL" clId="{F1B8FE7A-77BA-4154-9031-0CC08AEAE5EE}" dt="2026-06-20T11:04:29.316" v="3"/>
        <pc:sldMkLst>
          <pc:docMk/>
          <pc:sldMk cId="0" sldId="33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ere.sharepoint.com/sites/logisticsengineering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1D3D4"/>
              </a:gs>
              <a:gs pos="100000">
                <a:srgbClr val="EAEBEB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480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white">
          <a:xfrm>
            <a:off x="6096000" y="1828800"/>
            <a:ext cx="6096000" cy="3200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480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11" descr="C:\Documents and Settings\Andrew Johnson\My Documents\01_Freelance_Design\INTERBRAND\JOHN DEERE\exports\JD_title_logo3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7882467" y="5672139"/>
            <a:ext cx="38608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6096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50000" y="2001839"/>
            <a:ext cx="5647267" cy="2262187"/>
          </a:xfrm>
        </p:spPr>
        <p:txBody>
          <a:bodyPr/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43651" y="4297364"/>
            <a:ext cx="5647267" cy="731837"/>
          </a:xfrm>
        </p:spPr>
        <p:txBody>
          <a:bodyPr/>
          <a:lstStyle>
            <a:lvl1pPr>
              <a:lnSpc>
                <a:spcPct val="97000"/>
              </a:lnSpc>
              <a:spcBef>
                <a:spcPct val="0"/>
              </a:spcBef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55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0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0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785" y="1273176"/>
            <a:ext cx="5556249" cy="467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7234" y="1273176"/>
            <a:ext cx="5558367" cy="4670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63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1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9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1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6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2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5618" y="266700"/>
            <a:ext cx="2829983" cy="5676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9318" y="266700"/>
            <a:ext cx="8293100" cy="5676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6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_Green and 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2975" y="2266638"/>
            <a:ext cx="6179905" cy="18989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C07727-F1CB-833E-0F9E-14C87A1F1956}"/>
              </a:ext>
            </a:extLst>
          </p:cNvPr>
          <p:cNvSpPr txBox="1"/>
          <p:nvPr userDrawn="1"/>
        </p:nvSpPr>
        <p:spPr>
          <a:xfrm>
            <a:off x="4321630" y="4165542"/>
            <a:ext cx="4212772" cy="6422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en-US" sz="2000" b="0" spc="40">
                <a:solidFill>
                  <a:srgbClr val="000000"/>
                </a:solidFill>
                <a:latin typeface="Arial" charset="0"/>
              </a:rPr>
              <a:t>Connect Us: </a:t>
            </a:r>
            <a:r>
              <a:rPr lang="en-US" sz="2000" b="0" spc="40">
                <a:solidFill>
                  <a:srgbClr val="000000"/>
                </a:solidFill>
                <a:latin typeface="Arial" charset="0"/>
                <a:hlinkClick r:id="rId3"/>
              </a:rPr>
              <a:t>Logistics Engineering</a:t>
            </a:r>
            <a:endParaRPr lang="en-US" sz="2000" b="0" spc="4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68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JD_slide_Logo30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80552" y="6343651"/>
            <a:ext cx="1974849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8418" y="6405564"/>
            <a:ext cx="7249583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rgbClr val="666666"/>
                </a:solidFill>
              </a:defRPr>
            </a:lvl1pPr>
          </a:lstStyle>
          <a:p>
            <a:endParaRPr 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9317" y="266700"/>
            <a:ext cx="11326283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784" y="1273176"/>
            <a:ext cx="11317816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3551" y="6405564"/>
            <a:ext cx="256116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800">
                <a:solidFill>
                  <a:srgbClr val="666666"/>
                </a:solidFill>
                <a:latin typeface="+mn-lt"/>
              </a:defRPr>
            </a:lvl1pPr>
          </a:lstStyle>
          <a:p>
            <a:fld id="{9AE53D7D-AE77-41DD-A947-CF292E94AF05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TextBox 8"/>
          <p:cNvSpPr txBox="1">
            <a:spLocks noChangeArrowheads="1"/>
          </p:cNvSpPr>
          <p:nvPr/>
        </p:nvSpPr>
        <p:spPr bwMode="auto">
          <a:xfrm>
            <a:off x="736600" y="6405563"/>
            <a:ext cx="1016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>
                <a:solidFill>
                  <a:srgbClr val="666666"/>
                </a:solidFill>
              </a:rPr>
              <a:t>|</a:t>
            </a:r>
          </a:p>
        </p:txBody>
      </p:sp>
      <p:pic>
        <p:nvPicPr>
          <p:cNvPr id="1032" name="Picture 3" descr="C:\Documents and Settings\Andrew Johnson\My Documents\01_Freelance_Design\INTERBRAND\JOHN DEERE\exports\JD_slide_bars300idx.bmp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073776"/>
            <a:ext cx="12192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SIPCMContentMarking" descr="{&quot;HashCode&quot;:-1763600996,&quot;Placement&quot;:&quot;Footer&quot;,&quot;Top&quot;:519.343,&quot;Left&quot;:881.810364,&quot;SlideWidth&quot;:960,&quot;SlideHeight&quot;:540}">
            <a:extLst>
              <a:ext uri="{FF2B5EF4-FFF2-40B4-BE49-F238E27FC236}">
                <a16:creationId xmlns:a16="http://schemas.microsoft.com/office/drawing/2014/main" id="{ACD624D7-9786-6D78-0D56-12066E806882}"/>
              </a:ext>
            </a:extLst>
          </p:cNvPr>
          <p:cNvSpPr txBox="1"/>
          <p:nvPr userDrawn="1"/>
        </p:nvSpPr>
        <p:spPr>
          <a:xfrm>
            <a:off x="11198992" y="6595656"/>
            <a:ext cx="99300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94665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9" r:id="rId12"/>
  </p:sldLayoutIdLst>
  <p:txStyles>
    <p:titleStyle>
      <a:lvl1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10000"/>
        </a:spcAft>
        <a:buSzPct val="85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227013" algn="l" rtl="0" eaLnBrk="1" fontAlgn="base" hangingPunct="1">
        <a:spcBef>
          <a:spcPct val="10000"/>
        </a:spcBef>
        <a:spcAft>
          <a:spcPct val="20000"/>
        </a:spcAft>
        <a:buChar char="•"/>
        <a:defRPr sz="2000">
          <a:solidFill>
            <a:schemeClr val="tx1"/>
          </a:solidFill>
          <a:latin typeface="+mn-lt"/>
        </a:defRPr>
      </a:lvl2pPr>
      <a:lvl3pPr marL="682625" indent="-227013" algn="l" rtl="0" eaLnBrk="1" fontAlgn="base" hangingPunct="1">
        <a:spcBef>
          <a:spcPct val="15000"/>
        </a:spcBef>
        <a:spcAft>
          <a:spcPct val="10000"/>
        </a:spcAft>
        <a:buChar char="•"/>
        <a:defRPr>
          <a:solidFill>
            <a:schemeClr val="tx1"/>
          </a:solidFill>
          <a:latin typeface="+mn-lt"/>
        </a:defRPr>
      </a:lvl3pPr>
      <a:lvl4pPr marL="968375" indent="-171450" algn="l" rtl="0" eaLnBrk="1" fontAlgn="base" hangingPunct="1">
        <a:spcBef>
          <a:spcPct val="15000"/>
        </a:spcBef>
        <a:spcAft>
          <a:spcPct val="10000"/>
        </a:spcAft>
        <a:buChar char="•"/>
        <a:defRPr sz="1600">
          <a:solidFill>
            <a:schemeClr val="tx1"/>
          </a:solidFill>
          <a:latin typeface="+mn-lt"/>
        </a:defRPr>
      </a:lvl4pPr>
      <a:lvl5pPr marL="1254125" indent="-171450" algn="l" rtl="0" eaLnBrk="1" fontAlgn="base" hangingPunct="1">
        <a:spcBef>
          <a:spcPct val="20000"/>
        </a:spcBef>
        <a:spcAft>
          <a:spcPct val="10000"/>
        </a:spcAft>
        <a:buChar char="•"/>
        <a:defRPr sz="1400">
          <a:solidFill>
            <a:schemeClr val="tx1"/>
          </a:solidFill>
          <a:latin typeface="+mn-lt"/>
        </a:defRPr>
      </a:lvl5pPr>
      <a:lvl6pPr marL="1711325" indent="-171450" algn="l" rtl="0" eaLnBrk="1" fontAlgn="base" hangingPunct="1">
        <a:spcBef>
          <a:spcPct val="20000"/>
        </a:spcBef>
        <a:spcAft>
          <a:spcPct val="10000"/>
        </a:spcAft>
        <a:buChar char="•"/>
        <a:defRPr sz="1400">
          <a:solidFill>
            <a:schemeClr val="tx1"/>
          </a:solidFill>
          <a:latin typeface="+mn-lt"/>
        </a:defRPr>
      </a:lvl6pPr>
      <a:lvl7pPr marL="2168525" indent="-171450" algn="l" rtl="0" eaLnBrk="1" fontAlgn="base" hangingPunct="1">
        <a:spcBef>
          <a:spcPct val="20000"/>
        </a:spcBef>
        <a:spcAft>
          <a:spcPct val="10000"/>
        </a:spcAft>
        <a:buChar char="•"/>
        <a:defRPr sz="1400">
          <a:solidFill>
            <a:schemeClr val="tx1"/>
          </a:solidFill>
          <a:latin typeface="+mn-lt"/>
        </a:defRPr>
      </a:lvl7pPr>
      <a:lvl8pPr marL="2625725" indent="-171450" algn="l" rtl="0" eaLnBrk="1" fontAlgn="base" hangingPunct="1">
        <a:spcBef>
          <a:spcPct val="20000"/>
        </a:spcBef>
        <a:spcAft>
          <a:spcPct val="10000"/>
        </a:spcAft>
        <a:buChar char="•"/>
        <a:defRPr sz="1400">
          <a:solidFill>
            <a:schemeClr val="tx1"/>
          </a:solidFill>
          <a:latin typeface="+mn-lt"/>
        </a:defRPr>
      </a:lvl8pPr>
      <a:lvl9pPr marL="3082925" indent="-171450" algn="l" rtl="0" eaLnBrk="1" fontAlgn="base" hangingPunct="1">
        <a:spcBef>
          <a:spcPct val="20000"/>
        </a:spcBef>
        <a:spcAft>
          <a:spcPct val="1000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C56A-174D-4A1E-89BA-6855EB0A7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671" y="2083897"/>
            <a:ext cx="5584712" cy="23876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Density Analysis</a:t>
            </a:r>
          </a:p>
        </p:txBody>
      </p:sp>
    </p:spTree>
    <p:extLst>
      <p:ext uri="{BB962C8B-B14F-4D97-AF65-F5344CB8AC3E}">
        <p14:creationId xmlns:p14="http://schemas.microsoft.com/office/powerpoint/2010/main" val="227823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24A2-BA04-DA49-226E-9A5EF234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DDA7-B40E-3BC4-6140-528BEC9F6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1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JD_PPT_080108 1">
      <a:dk1>
        <a:srgbClr val="000000"/>
      </a:dk1>
      <a:lt1>
        <a:srgbClr val="FFFFFF"/>
      </a:lt1>
      <a:dk2>
        <a:srgbClr val="417630"/>
      </a:dk2>
      <a:lt2>
        <a:srgbClr val="D0D0D0"/>
      </a:lt2>
      <a:accent1>
        <a:srgbClr val="417630"/>
      </a:accent1>
      <a:accent2>
        <a:srgbClr val="FDDB00"/>
      </a:accent2>
      <a:accent3>
        <a:srgbClr val="FFFFFF"/>
      </a:accent3>
      <a:accent4>
        <a:srgbClr val="000000"/>
      </a:accent4>
      <a:accent5>
        <a:srgbClr val="B0BDAD"/>
      </a:accent5>
      <a:accent6>
        <a:srgbClr val="E5C600"/>
      </a:accent6>
      <a:hlink>
        <a:srgbClr val="666666"/>
      </a:hlink>
      <a:folHlink>
        <a:srgbClr val="BED7BE"/>
      </a:folHlink>
    </a:clrScheme>
    <a:fontScheme name="1_JD_PPT_080108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JD_PPT_080108 1">
        <a:dk1>
          <a:srgbClr val="000000"/>
        </a:dk1>
        <a:lt1>
          <a:srgbClr val="FFFFFF"/>
        </a:lt1>
        <a:dk2>
          <a:srgbClr val="417630"/>
        </a:dk2>
        <a:lt2>
          <a:srgbClr val="D0D0D0"/>
        </a:lt2>
        <a:accent1>
          <a:srgbClr val="417630"/>
        </a:accent1>
        <a:accent2>
          <a:srgbClr val="FDDB00"/>
        </a:accent2>
        <a:accent3>
          <a:srgbClr val="FFFFFF"/>
        </a:accent3>
        <a:accent4>
          <a:srgbClr val="000000"/>
        </a:accent4>
        <a:accent5>
          <a:srgbClr val="B0BDAD"/>
        </a:accent5>
        <a:accent6>
          <a:srgbClr val="E5C600"/>
        </a:accent6>
        <a:hlink>
          <a:srgbClr val="666666"/>
        </a:hlink>
        <a:folHlink>
          <a:srgbClr val="BED7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JD_PPT_080108 2">
        <a:dk1>
          <a:srgbClr val="000000"/>
        </a:dk1>
        <a:lt1>
          <a:srgbClr val="FFFFFF"/>
        </a:lt1>
        <a:dk2>
          <a:srgbClr val="417630"/>
        </a:dk2>
        <a:lt2>
          <a:srgbClr val="F0F0F0"/>
        </a:lt2>
        <a:accent1>
          <a:srgbClr val="417630"/>
        </a:accent1>
        <a:accent2>
          <a:srgbClr val="4D8B4E"/>
        </a:accent2>
        <a:accent3>
          <a:srgbClr val="FFFFFF"/>
        </a:accent3>
        <a:accent4>
          <a:srgbClr val="000000"/>
        </a:accent4>
        <a:accent5>
          <a:srgbClr val="B0BDAD"/>
        </a:accent5>
        <a:accent6>
          <a:srgbClr val="457D46"/>
        </a:accent6>
        <a:hlink>
          <a:srgbClr val="84B084"/>
        </a:hlink>
        <a:folHlink>
          <a:srgbClr val="BED7B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A20C46D7-B17B-42C7-9122-70A187EAAD47}" vid="{AB023589-13D3-433C-8AF5-F40A053C5885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Verdana</vt:lpstr>
      <vt:lpstr>Theme1</vt:lpstr>
      <vt:lpstr> Density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ADT Container Density Analysis</dc:title>
  <dc:creator>Chouhan Vinay</dc:creator>
  <cp:lastModifiedBy>Jagadeswara Rao Nedunuri</cp:lastModifiedBy>
  <cp:revision>34</cp:revision>
  <dcterms:created xsi:type="dcterms:W3CDTF">2022-09-28T08:15:57Z</dcterms:created>
  <dcterms:modified xsi:type="dcterms:W3CDTF">2026-06-20T11:04:29Z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8fff8-b053-4fb1-90cd-f0bc93ae9791_Enabled">
    <vt:lpwstr>true</vt:lpwstr>
  </property>
  <property fmtid="{D5CDD505-2E9C-101B-9397-08002B2CF9AE}" pid="3" name="MSIP_Label_6388fff8-b053-4fb1-90cd-f0bc93ae9791_SetDate">
    <vt:lpwstr>2022-10-14T13:54:53Z</vt:lpwstr>
  </property>
  <property fmtid="{D5CDD505-2E9C-101B-9397-08002B2CF9AE}" pid="4" name="MSIP_Label_6388fff8-b053-4fb1-90cd-f0bc93ae9791_Method">
    <vt:lpwstr>Privileged</vt:lpwstr>
  </property>
  <property fmtid="{D5CDD505-2E9C-101B-9397-08002B2CF9AE}" pid="5" name="MSIP_Label_6388fff8-b053-4fb1-90cd-f0bc93ae9791_Name">
    <vt:lpwstr>Company Use</vt:lpwstr>
  </property>
  <property fmtid="{D5CDD505-2E9C-101B-9397-08002B2CF9AE}" pid="6" name="MSIP_Label_6388fff8-b053-4fb1-90cd-f0bc93ae9791_SiteId">
    <vt:lpwstr>39b03722-b836-496a-85ec-850f0957ca6b</vt:lpwstr>
  </property>
  <property fmtid="{D5CDD505-2E9C-101B-9397-08002B2CF9AE}" pid="7" name="MSIP_Label_6388fff8-b053-4fb1-90cd-f0bc93ae9791_ActionId">
    <vt:lpwstr>0fc12438-40b0-4d1a-91f5-d02029a4661d</vt:lpwstr>
  </property>
  <property fmtid="{D5CDD505-2E9C-101B-9397-08002B2CF9AE}" pid="8" name="MSIP_Label_6388fff8-b053-4fb1-90cd-f0bc93ae9791_ContentBits">
    <vt:lpwstr>2</vt:lpwstr>
  </property>
</Properties>
</file>